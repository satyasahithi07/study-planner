
<file path=[Content_Types].xml><?xml version="1.0" encoding="utf-8"?>
<Types xmlns="http://schemas.openxmlformats.org/package/2006/content-types">
  <Default Extension="xml" ContentType="application/xml"/>
  <Default Extension="png" ContentType="image/png"/>
  <Default Extension="jpeg" ContentType="image/jpeg"/>
  <Default Extension="JPG" ContentType="image/.jp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3"/>
  </p:notesMasterIdLst>
  <p:sldIdLst>
    <p:sldId id="256" r:id="rId3"/>
    <p:sldId id="16140622" r:id="rId4"/>
    <p:sldId id="262" r:id="rId5"/>
    <p:sldId id="265" r:id="rId6"/>
    <p:sldId id="266" r:id="rId7"/>
    <p:sldId id="16140624" r:id="rId8"/>
    <p:sldId id="267" r:id="rId9"/>
    <p:sldId id="268" r:id="rId10"/>
    <p:sldId id="269" r:id="rId11"/>
    <p:sldId id="25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51" autoAdjust="0"/>
    <p:restoredTop sz="94660"/>
  </p:normalViewPr>
  <p:slideViewPr>
    <p:cSldViewPr snapToGrid="0" showGuides="1">
      <p:cViewPr varScale="1">
        <p:scale>
          <a:sx n="90" d="100"/>
          <a:sy n="90" d="100"/>
        </p:scale>
        <p:origin x="394" y="6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customXml" Target="../customXml/item3.xml"/><Relationship Id="rId18" Type="http://schemas.openxmlformats.org/officeDocument/2006/relationships/customXml" Target="../customXml/item2.xml"/><Relationship Id="rId17" Type="http://schemas.openxmlformats.org/officeDocument/2006/relationships/customXml" Target="../customXml/item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notesMaster" Target="notesMasters/notesMaster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8" name="Date Placeholder 7"/>
          <p:cNvSpPr>
            <a:spLocks noGrp="1"/>
          </p:cNvSpPr>
          <p:nvPr>
            <p:ph type="dt" sz="half" idx="10"/>
          </p:nvPr>
        </p:nvSpPr>
        <p:spPr/>
        <p:txBody>
          <a:bodyPr/>
          <a:lstStyle/>
          <a:p>
            <a:fld id="{ED291B17-9318-49DB-B28B-6E5994AE9581}" type="datetime1">
              <a:rPr lang="en-US" smtClean="0"/>
            </a:fld>
            <a:endParaRPr lang="en-US"/>
          </a:p>
        </p:txBody>
      </p:sp>
      <p:sp>
        <p:nvSpPr>
          <p:cNvPr id="9" name="Footer Placeholder 8"/>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endParaRPr lang="en-US"/>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8" name="Date Placeholder 7"/>
          <p:cNvSpPr>
            <a:spLocks noGrp="1"/>
          </p:cNvSpPr>
          <p:nvPr>
            <p:ph type="dt" sz="half" idx="10"/>
          </p:nvPr>
        </p:nvSpPr>
        <p:spPr/>
        <p:txBody>
          <a:bodyPr/>
          <a:lstStyle/>
          <a:p>
            <a:fld id="{78DD82B9-B8EE-4375-B6FF-88FA6ABB15D9}" type="datetime1">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7" name="Date Placeholder 6"/>
          <p:cNvSpPr>
            <a:spLocks noGrp="1"/>
          </p:cNvSpPr>
          <p:nvPr>
            <p:ph type="dt" sz="half" idx="10"/>
          </p:nvPr>
        </p:nvSpPr>
        <p:spPr/>
        <p:txBody>
          <a:bodyPr/>
          <a:lstStyle/>
          <a:p>
            <a:fld id="{B2497495-0637-405E-AE64-5CC7506D51F5}" type="datetime1">
              <a:rPr lang="en-US" smtClean="0"/>
            </a:fld>
            <a:endParaRPr lang="en-US"/>
          </a:p>
        </p:txBody>
      </p:sp>
      <p:sp>
        <p:nvSpPr>
          <p:cNvPr id="9" name="Footer Placeholder 8"/>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endParaRPr lang="en-US"/>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7BFFD690-9426-415D-8B65-26881E07B2D4}" type="datetime1">
              <a:rPr lang="en-US" smtClean="0"/>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defRPr/>
            </a:pPr>
            <a:r>
              <a:rPr lang="en-US"/>
              <a:t>Click to edit Master text styles</a:t>
            </a:r>
            <a:endParaRPr lang="en-US"/>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04C4989A-474C-40DE-95B9-011C28B71673}" type="datetime1">
              <a:rPr lang="en-US" smtClean="0"/>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5DB4ED54-5B5E-4A04-93D3-5772E3CE3818}" type="datetime1">
              <a:rPr lang="en-US" smtClean="0"/>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8" name="Date Placeholder 7"/>
          <p:cNvSpPr>
            <a:spLocks noGrp="1"/>
          </p:cNvSpPr>
          <p:nvPr>
            <p:ph type="dt" sz="half" idx="10"/>
          </p:nvPr>
        </p:nvSpPr>
        <p:spPr>
          <a:xfrm>
            <a:off x="7605951" y="6456916"/>
            <a:ext cx="2844799" cy="365125"/>
          </a:xfrm>
        </p:spPr>
        <p:txBody>
          <a:bodyPr/>
          <a:lstStyle/>
          <a:p>
            <a:fld id="{D82884F1-FFEA-405F-9602-3DCA865EDA4E}" type="datetime1">
              <a:rPr lang="en-US" smtClean="0"/>
            </a:fld>
            <a:endParaRPr lang="en-US"/>
          </a:p>
        </p:txBody>
      </p:sp>
      <p:sp>
        <p:nvSpPr>
          <p:cNvPr id="10" name="Footer Placeholder 9"/>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p:cNvSpPr>
            <a:spLocks noGrp="1"/>
          </p:cNvSpPr>
          <p:nvPr>
            <p:ph type="sldNum" sz="quarter" idx="12"/>
          </p:nvPr>
        </p:nvSpPr>
        <p:spPr>
          <a:xfrm>
            <a:off x="10558300" y="6456916"/>
            <a:ext cx="1052510" cy="365125"/>
          </a:xfrm>
        </p:spPr>
        <p:txBody>
          <a:bodyPr/>
          <a:lstStyle/>
          <a:p>
            <a:fld id="{3A98EE3D-8CD1-4C3F-BD1C-C98C9596463C}"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7E18DB4A-8810-4A10-AD5C-D5E2C667F5B3}" type="datetime1">
              <a:rPr lang="en-US" smtClean="0"/>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2CED4963-E985-44C4-B8C4-FDD613B7C2F8}" type="datetime1">
              <a:rPr lang="en-US" smtClean="0"/>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8" name="Rectangle 7"/>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p:cNvSpPr>
            <a:spLocks noGrp="1"/>
          </p:cNvSpPr>
          <p:nvPr>
            <p:ph type="dt" sz="half" idx="10"/>
          </p:nvPr>
        </p:nvSpPr>
        <p:spPr/>
        <p:txBody>
          <a:bodyPr/>
          <a:lstStyle/>
          <a:p>
            <a:fld id="{ED291B17-9318-49DB-B28B-6E5994AE9581}" type="datetime1">
              <a:rPr lang="en-US" smtClean="0"/>
            </a:fld>
            <a:endParaRPr lang="en-US"/>
          </a:p>
        </p:txBody>
      </p:sp>
      <p:sp>
        <p:nvSpPr>
          <p:cNvPr id="12" name="Footer Placeholder 11"/>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endParaRPr lang="en-US"/>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p:cNvPicPr>
            <a:picLocks noChangeAspect="1"/>
          </p:cNvPicPr>
          <p:nvPr userDrawn="1"/>
        </p:nvPicPr>
        <p:blipFill>
          <a:blip r:embed="rId12"/>
          <a:stretch>
            <a:fillRect/>
          </a:stretch>
        </p:blipFill>
        <p:spPr>
          <a:xfrm>
            <a:off x="10485003" y="6437910"/>
            <a:ext cx="1125805" cy="365126"/>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70" indent="-30607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29920" indent="-30607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899795" indent="-26987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60" indent="-23431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105" indent="-23431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27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getbootstrap.com/docs/5.3/getting-started/introduction/" TargetMode="External"/><Relationship Id="rId1" Type="http://schemas.openxmlformats.org/officeDocument/2006/relationships/hyperlink" Target="https://github.com/NanthiniMoha/TNSDC-FWD-DIGITAL_PORTFOLIO"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59108" y="1821635"/>
            <a:ext cx="9144000" cy="977778"/>
          </a:xfrm>
        </p:spPr>
        <p:txBody>
          <a:bodyPr/>
          <a:lstStyle/>
          <a:p>
            <a:pPr algn="ctr"/>
            <a:r>
              <a:rPr lang="en-US" b="1">
                <a:solidFill>
                  <a:schemeClr val="accent1"/>
                </a:solidFill>
                <a:latin typeface="Arial" panose="020B0604020202020204" pitchFamily="34" charset="0"/>
                <a:cs typeface="Arial" panose="020B0604020202020204" pitchFamily="34" charset="0"/>
              </a:rPr>
              <a:t>PROJECT TITLE</a:t>
            </a:r>
            <a:endParaRPr lang="en-US" b="1">
              <a:solidFill>
                <a:schemeClr val="accent1"/>
              </a:solidFill>
              <a:latin typeface="Arial" panose="020B0604020202020204" pitchFamily="34" charset="0"/>
              <a:cs typeface="Arial" panose="020B0604020202020204" pitchFamily="34" charset="0"/>
            </a:endParaRP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panose="020B0604020202020204"/>
                <a:cs typeface="Arial" panose="020B0604020202020204"/>
              </a:rPr>
              <a:t>CAPSTONE PROJECT</a:t>
            </a:r>
            <a:endParaRPr lang="en-US" sz="3200" b="1">
              <a:solidFill>
                <a:schemeClr val="accent1">
                  <a:lumMod val="75000"/>
                </a:schemeClr>
              </a:solidFill>
              <a:latin typeface="Arial" panose="020B0604020202020204"/>
              <a:cs typeface="Arial" panose="020B0604020202020204"/>
            </a:endParaRPr>
          </a:p>
        </p:txBody>
      </p:sp>
      <p:sp>
        <p:nvSpPr>
          <p:cNvPr id="4" name="TextBox 3"/>
          <p:cNvSpPr txBox="1"/>
          <p:nvPr/>
        </p:nvSpPr>
        <p:spPr>
          <a:xfrm>
            <a:off x="584200" y="3549015"/>
            <a:ext cx="10513060" cy="2052320"/>
          </a:xfrm>
          <a:prstGeom prst="rect">
            <a:avLst/>
          </a:prstGeom>
          <a:noFill/>
        </p:spPr>
        <p:txBody>
          <a:bodyPr wrap="square" lIns="91440" tIns="45720" rIns="91440" bIns="45720" rtlCol="0" anchor="t">
            <a:noAutofit/>
          </a:bodyPr>
          <a:lstStyle/>
          <a:p>
            <a:r>
              <a:rPr lang="en-US" sz="2000" b="1">
                <a:solidFill>
                  <a:schemeClr val="accent1">
                    <a:lumMod val="75000"/>
                  </a:schemeClr>
                </a:solidFill>
                <a:latin typeface="Arial" panose="020B0604020202020204" pitchFamily="34" charset="0"/>
                <a:cs typeface="Arial" panose="020B0604020202020204" pitchFamily="34" charset="0"/>
              </a:rPr>
              <a:t>Presented By</a:t>
            </a:r>
            <a:endParaRPr lang="en-US" sz="2000" b="1">
              <a:solidFill>
                <a:schemeClr val="accent1">
                  <a:lumMod val="75000"/>
                </a:schemeClr>
              </a:solidFill>
              <a:latin typeface="Arial" panose="020B0604020202020204" pitchFamily="34" charset="0"/>
              <a:cs typeface="Arial" panose="020B0604020202020204" pitchFamily="34" charset="0"/>
            </a:endParaRPr>
          </a:p>
          <a:p>
            <a:r>
              <a:rPr lang="en-IN" altLang="en-US" sz="2000" b="1">
                <a:solidFill>
                  <a:schemeClr val="accent1">
                    <a:lumMod val="75000"/>
                  </a:schemeClr>
                </a:solidFill>
                <a:latin typeface="Arial" panose="020B0604020202020204" pitchFamily="34" charset="0"/>
                <a:cs typeface="Arial" panose="020B0604020202020204" pitchFamily="34" charset="0"/>
              </a:rPr>
              <a:t>NAME: VASAMSETTI SATYASAHITHI</a:t>
            </a:r>
            <a:endParaRPr lang="en-IN" altLang="en-US" sz="2000" b="1">
              <a:solidFill>
                <a:schemeClr val="accent1">
                  <a:lumMod val="75000"/>
                </a:schemeClr>
              </a:solidFill>
              <a:latin typeface="Arial" panose="020B0604020202020204" pitchFamily="34" charset="0"/>
              <a:cs typeface="Arial" panose="020B0604020202020204" pitchFamily="34" charset="0"/>
            </a:endParaRPr>
          </a:p>
          <a:p>
            <a:r>
              <a:rPr lang="en-IN" altLang="en-US" sz="2000" b="1">
                <a:solidFill>
                  <a:schemeClr val="accent1">
                    <a:lumMod val="75000"/>
                  </a:schemeClr>
                </a:solidFill>
                <a:latin typeface="Arial" panose="020B0604020202020204" pitchFamily="34" charset="0"/>
                <a:cs typeface="Arial" panose="020B0604020202020204" pitchFamily="34" charset="0"/>
              </a:rPr>
              <a:t>COLLEGE NAME: BONAM VENKATA CHLAMAYYA ENGINEERING COLLEGE</a:t>
            </a:r>
            <a:endParaRPr lang="en-IN" altLang="en-US" sz="2000" b="1">
              <a:solidFill>
                <a:schemeClr val="accent1">
                  <a:lumMod val="75000"/>
                </a:schemeClr>
              </a:solidFill>
              <a:latin typeface="Arial" panose="020B0604020202020204" pitchFamily="34" charset="0"/>
              <a:cs typeface="Arial" panose="020B0604020202020204" pitchFamily="34" charset="0"/>
            </a:endParaRPr>
          </a:p>
          <a:p>
            <a:r>
              <a:rPr lang="en-IN" altLang="en-US" sz="2000" b="1">
                <a:solidFill>
                  <a:schemeClr val="accent1">
                    <a:lumMod val="75000"/>
                  </a:schemeClr>
                </a:solidFill>
                <a:latin typeface="Arial" panose="020B0604020202020204"/>
                <a:cs typeface="Arial" panose="020B0604020202020204"/>
              </a:rPr>
              <a:t>DEPARTMENT NAME :CSE</a:t>
            </a:r>
            <a:endParaRPr lang="en-IN" altLang="en-US" sz="2000" b="1">
              <a:solidFill>
                <a:schemeClr val="accent1">
                  <a:lumMod val="75000"/>
                </a:schemeClr>
              </a:solidFill>
              <a:latin typeface="Arial" panose="020B0604020202020204"/>
              <a:cs typeface="Arial" panose="020B0604020202020204"/>
            </a:endParaRPr>
          </a:p>
          <a:p>
            <a:r>
              <a:rPr lang="en-IN" altLang="en-US" sz="2000" b="1">
                <a:solidFill>
                  <a:schemeClr val="accent1">
                    <a:lumMod val="75000"/>
                  </a:schemeClr>
                </a:solidFill>
                <a:latin typeface="Arial" panose="020B0604020202020204"/>
                <a:cs typeface="Arial" panose="020B0604020202020204"/>
              </a:rPr>
              <a:t>AICTE ID:</a:t>
            </a:r>
            <a:r>
              <a:rPr lang="en-US" altLang="en-US" sz="2000" b="1">
                <a:solidFill>
                  <a:schemeClr val="accent1">
                    <a:lumMod val="75000"/>
                  </a:schemeClr>
                </a:solidFill>
                <a:latin typeface="Arial" panose="020B0604020202020204"/>
                <a:cs typeface="Arial" panose="020B0604020202020204"/>
              </a:rPr>
              <a:t>STU662890e45ff341713934564</a:t>
            </a:r>
            <a:endParaRPr lang="en-US" altLang="en-US" sz="2000" b="1">
              <a:solidFill>
                <a:schemeClr val="accent1">
                  <a:lumMod val="75000"/>
                </a:schemeClr>
              </a:solidFill>
              <a:latin typeface="Arial" panose="020B0604020202020204"/>
              <a:cs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endParaRPr lang="en-US" b="1">
              <a:solidFill>
                <a:srgbClr val="00206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panose="020B0604020202020204"/>
                <a:ea typeface="+mn-lt"/>
                <a:cs typeface="Arial" panose="020B0604020202020204"/>
              </a:rPr>
              <a:t>  </a:t>
            </a:r>
            <a:endParaRPr lang="en-US" dirty="0">
              <a:latin typeface="Arial" panose="020B0604020202020204"/>
              <a:cs typeface="Arial" panose="020B0604020202020204"/>
            </a:endParaRPr>
          </a:p>
          <a:p>
            <a:pPr marL="305435" indent="-305435"/>
            <a:r>
              <a:rPr lang="en-US" sz="2000" b="1" dirty="0">
                <a:latin typeface="Arial" panose="020B0604020202020204"/>
                <a:ea typeface="+mn-lt"/>
                <a:cs typeface="Arial" panose="020B0604020202020204"/>
              </a:rPr>
              <a:t>Problem Statement </a:t>
            </a:r>
            <a:r>
              <a:rPr lang="en-US" sz="2000" dirty="0">
                <a:latin typeface="Arial" panose="020B0604020202020204"/>
                <a:ea typeface="+mn-lt"/>
                <a:cs typeface="Arial" panose="020B0604020202020204"/>
              </a:rPr>
              <a:t>(Should not include solution)</a:t>
            </a:r>
            <a:endParaRPr lang="en-US" dirty="0">
              <a:latin typeface="Arial" panose="020B0604020202020204"/>
              <a:cs typeface="Arial" panose="020B0604020202020204"/>
            </a:endParaRPr>
          </a:p>
          <a:p>
            <a:pPr marL="305435" indent="-305435"/>
            <a:r>
              <a:rPr lang="en-US" sz="2000" b="1" dirty="0">
                <a:latin typeface="Arial" panose="020B0604020202020204"/>
                <a:ea typeface="+mn-lt"/>
                <a:cs typeface="Calibri" panose="020F0502020204030204"/>
              </a:rPr>
              <a:t>System </a:t>
            </a:r>
            <a:r>
              <a:rPr lang="en-US" sz="2000" b="1" dirty="0">
                <a:latin typeface="Arial" panose="020B0604020202020204"/>
                <a:ea typeface="+mn-lt"/>
                <a:cs typeface="+mn-lt"/>
              </a:rPr>
              <a:t>Development Approach </a:t>
            </a:r>
            <a:r>
              <a:rPr lang="en-US" sz="2000" dirty="0">
                <a:latin typeface="Arial" panose="020B0604020202020204"/>
                <a:ea typeface="+mn-lt"/>
                <a:cs typeface="+mn-lt"/>
              </a:rPr>
              <a:t>(Technology Used) </a:t>
            </a:r>
            <a:endParaRPr lang="en-US" dirty="0">
              <a:latin typeface="Arial" panose="020B0604020202020204"/>
              <a:ea typeface="+mn-lt"/>
              <a:cs typeface="+mn-lt"/>
            </a:endParaRPr>
          </a:p>
          <a:p>
            <a:pPr marL="305435" indent="-305435"/>
            <a:r>
              <a:rPr lang="en-US" sz="2000" b="1" dirty="0">
                <a:latin typeface="Arial" panose="020B0604020202020204"/>
                <a:ea typeface="+mn-lt"/>
                <a:cs typeface="+mn-lt"/>
              </a:rPr>
              <a:t>Algorithm &amp; Deployment (Step by Step  Procedure) </a:t>
            </a:r>
            <a:endParaRPr lang="en-US" dirty="0">
              <a:latin typeface="Arial" panose="020B0604020202020204"/>
              <a:cs typeface="Calibri" panose="020F0502020204030204"/>
            </a:endParaRPr>
          </a:p>
          <a:p>
            <a:pPr marL="305435" indent="-305435"/>
            <a:r>
              <a:rPr lang="en-US" sz="2000" b="1" dirty="0">
                <a:latin typeface="Arial" panose="020B0604020202020204"/>
                <a:ea typeface="+mn-lt"/>
                <a:cs typeface="Arial" panose="020B0604020202020204"/>
              </a:rPr>
              <a:t>Result</a:t>
            </a:r>
            <a:endParaRPr lang="en-US" sz="2000" b="1" dirty="0">
              <a:latin typeface="Arial" panose="020B0604020202020204"/>
              <a:ea typeface="+mn-lt"/>
              <a:cs typeface="Arial" panose="020B0604020202020204"/>
            </a:endParaRPr>
          </a:p>
          <a:p>
            <a:pPr marL="305435" indent="-305435"/>
            <a:r>
              <a:rPr lang="en-US" sz="2000" b="1" dirty="0">
                <a:latin typeface="Arial" panose="020B0604020202020204"/>
                <a:ea typeface="+mn-lt"/>
                <a:cs typeface="Arial" panose="020B0604020202020204"/>
              </a:rPr>
              <a:t>Conclusion</a:t>
            </a:r>
            <a:endParaRPr lang="en-US" dirty="0">
              <a:latin typeface="Arial" panose="020B0604020202020204"/>
              <a:cs typeface="Arial" panose="020B0604020202020204"/>
            </a:endParaRPr>
          </a:p>
          <a:p>
            <a:pPr marL="305435" indent="-305435"/>
            <a:r>
              <a:rPr lang="en-US" sz="2000" b="1" dirty="0">
                <a:latin typeface="Arial" panose="020B0604020202020204"/>
                <a:ea typeface="+mn-lt"/>
                <a:cs typeface="Arial" panose="020B0604020202020204"/>
              </a:rPr>
              <a:t>Future Scope(Optional)</a:t>
            </a:r>
            <a:endParaRPr lang="en-US" sz="2000" b="1" dirty="0">
              <a:latin typeface="Arial" panose="020B0604020202020204"/>
              <a:ea typeface="+mn-lt"/>
              <a:cs typeface="Arial" panose="020B0604020202020204"/>
            </a:endParaRPr>
          </a:p>
          <a:p>
            <a:pPr marL="305435" indent="-305435"/>
            <a:r>
              <a:rPr lang="en-US" sz="2000" b="1" dirty="0">
                <a:latin typeface="Arial" panose="020B0604020202020204"/>
                <a:ea typeface="+mn-lt"/>
                <a:cs typeface="Arial" panose="020B0604020202020204"/>
              </a:rPr>
              <a:t>References</a:t>
            </a:r>
            <a:endParaRPr lang="en-US" dirty="0">
              <a:latin typeface="Arial" panose="020B0604020202020204"/>
              <a:cs typeface="Arial" panose="020B0604020202020204"/>
            </a:endParaRPr>
          </a:p>
          <a:p>
            <a:pPr marL="305435" indent="-305435"/>
            <a:endParaRPr lang="en-US" dirty="0">
              <a:latin typeface="Arial" panose="020B0604020202020204"/>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400" b="1">
                <a:solidFill>
                  <a:schemeClr val="accent1"/>
                </a:solidFill>
                <a:latin typeface="Arial Black" panose="020B0A04020102020204" charset="0"/>
                <a:cs typeface="Arial Black" panose="020B0A04020102020204" charset="0"/>
              </a:rPr>
              <a:t>Problem </a:t>
            </a:r>
            <a:r>
              <a:rPr lang="en-US" sz="4400" b="1">
                <a:solidFill>
                  <a:schemeClr val="accent1"/>
                </a:solidFill>
                <a:latin typeface="Arial" panose="020B0604020202020204" pitchFamily="34" charset="0"/>
                <a:cs typeface="Arial" panose="020B0604020202020204" pitchFamily="34" charset="0"/>
              </a:rPr>
              <a:t>Statement</a:t>
            </a:r>
            <a:endParaRPr lang="en-US" sz="4400"/>
          </a:p>
        </p:txBody>
      </p:sp>
      <p:sp>
        <p:nvSpPr>
          <p:cNvPr id="6" name="Rectangle 2"/>
          <p:cNvSpPr>
            <a:spLocks noGrp="1" noChangeArrowheads="1"/>
          </p:cNvSpPr>
          <p:nvPr>
            <p:ph idx="1"/>
          </p:nvPr>
        </p:nvSpPr>
        <p:spPr bwMode="auto">
          <a:xfrm>
            <a:off x="581192" y="3454538"/>
            <a:ext cx="26289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Text Box 1"/>
          <p:cNvSpPr txBox="1"/>
          <p:nvPr/>
        </p:nvSpPr>
        <p:spPr>
          <a:xfrm>
            <a:off x="418465" y="1410970"/>
            <a:ext cx="8562340" cy="2132965"/>
          </a:xfrm>
          <a:prstGeom prst="rect">
            <a:avLst/>
          </a:prstGeom>
          <a:noFill/>
        </p:spPr>
        <p:txBody>
          <a:bodyPr wrap="square" rtlCol="0" anchor="t">
            <a:noAutofit/>
          </a:bodyPr>
          <a:p>
            <a:r>
              <a:rPr lang="en-US" altLang="en-US" sz="2000"/>
              <a:t>Students often face challenges in organizing study schedules and tracking academic tasks. This planner helps users create, view, and manage study goals with reminders and visual timelines. The goal is to boost productivit and time management. Tasks and progress can be saved locally.</a:t>
            </a:r>
            <a:endParaRPr lang="en-US" altLang="en-US" sz="2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81192" y="662572"/>
            <a:ext cx="11029616" cy="530296"/>
          </a:xfrm>
        </p:spPr>
        <p:txBody>
          <a:bodyPr>
            <a:normAutofit fontScale="90000"/>
          </a:bodyPr>
          <a:lstStyle/>
          <a:p>
            <a:r>
              <a:rPr lang="en-US" sz="4400" b="1">
                <a:solidFill>
                  <a:schemeClr val="accent1"/>
                </a:solidFill>
                <a:latin typeface="Arial" panose="020B0604020202020204"/>
                <a:ea typeface="+mj-lt"/>
                <a:cs typeface="Arial" panose="020B0604020202020204"/>
              </a:rPr>
              <a:t>System  Approach</a:t>
            </a:r>
            <a:endParaRPr lang="en-US" sz="4400">
              <a:solidFill>
                <a:schemeClr val="accent1"/>
              </a:solidFill>
              <a:latin typeface="Calibri Light" panose="020F0302020204030204"/>
              <a:cs typeface="Calibri Light" panose="020F0302020204030204"/>
            </a:endParaRPr>
          </a:p>
        </p:txBody>
      </p:sp>
      <p:sp>
        <p:nvSpPr>
          <p:cNvPr id="3" name="Rectangle 1"/>
          <p:cNvSpPr>
            <a:spLocks noGrp="1" noChangeArrowheads="1"/>
          </p:cNvSpPr>
          <p:nvPr>
            <p:ph idx="1"/>
          </p:nvPr>
        </p:nvSpPr>
        <p:spPr bwMode="auto">
          <a:xfrm>
            <a:off x="581192" y="3454538"/>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Text Box 1"/>
          <p:cNvSpPr txBox="1"/>
          <p:nvPr/>
        </p:nvSpPr>
        <p:spPr>
          <a:xfrm>
            <a:off x="809625" y="1828165"/>
            <a:ext cx="10432415" cy="6180455"/>
          </a:xfrm>
          <a:prstGeom prst="rect">
            <a:avLst/>
          </a:prstGeom>
          <a:noFill/>
        </p:spPr>
        <p:txBody>
          <a:bodyPr wrap="square" rtlCol="0" anchor="t">
            <a:noAutofit/>
          </a:bodyPr>
          <a:p>
            <a:r>
              <a:rPr lang="en-US" altLang="en-US"/>
              <a:t>The Smart Study Planner is implemented as a Single-Page Application (SPA) using a client-side approach, focusing on ease of access and a responsive user experience.</a:t>
            </a:r>
            <a:endParaRPr lang="en-US" altLang="en-US"/>
          </a:p>
          <a:p>
            <a:endParaRPr lang="en-US" altLang="en-US"/>
          </a:p>
          <a:p>
            <a:r>
              <a:rPr lang="en-US" altLang="en-US"/>
              <a:t> Frontend Technologies: </a:t>
            </a:r>
            <a:endParaRPr lang="en-US" altLang="en-US"/>
          </a:p>
          <a:p>
            <a:r>
              <a:rPr lang="en-US" altLang="en-US"/>
              <a:t>- HTML5 – Provides the structure for the planner.</a:t>
            </a:r>
            <a:endParaRPr lang="en-US" altLang="en-US"/>
          </a:p>
          <a:p>
            <a:r>
              <a:rPr lang="en-US" altLang="en-US"/>
              <a:t> - CSS3 – Handles styling with modern interface features. </a:t>
            </a:r>
            <a:endParaRPr lang="en-US" altLang="en-US"/>
          </a:p>
          <a:p>
            <a:r>
              <a:rPr lang="en-US" altLang="en-US"/>
              <a:t>- JavaScrip – Manages interactivity and reminder functionality. </a:t>
            </a:r>
            <a:endParaRPr lang="en-US" altLang="en-US"/>
          </a:p>
          <a:p>
            <a:r>
              <a:rPr lang="en-US" altLang="en-US"/>
              <a:t>- Data Storage: Browser Local Storage is used to persist tasks across sessions.</a:t>
            </a:r>
            <a:endParaRPr lang="en-US" altLang="en-US"/>
          </a:p>
          <a:p>
            <a:endParaRPr lang="en-US" altLang="en-US"/>
          </a:p>
          <a:p>
            <a:r>
              <a:rPr lang="en-US" altLang="en-US"/>
              <a:t> Design Approach: </a:t>
            </a:r>
            <a:endParaRPr lang="en-US" altLang="en-US"/>
          </a:p>
          <a:p>
            <a:r>
              <a:rPr lang="en-US" altLang="en-US"/>
              <a:t>- Clean and user-friendly interface. </a:t>
            </a:r>
            <a:endParaRPr lang="en-US" altLang="en-US"/>
          </a:p>
          <a:p>
            <a:r>
              <a:rPr lang="en-US" altLang="en-US"/>
              <a:t>- Mobile-responsive design (Goal).</a:t>
            </a:r>
            <a:endParaRPr lang="en-US" altLang="en-US"/>
          </a:p>
          <a:p>
            <a:r>
              <a:rPr lang="en-US" altLang="en-US"/>
              <a:t>- Modular separation of HTML, CSS, and JS files for maintainability.</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400" b="1">
                <a:solidFill>
                  <a:schemeClr val="accent1"/>
                </a:solidFill>
                <a:latin typeface="Arial" panose="020B0604020202020204"/>
                <a:ea typeface="+mj-lt"/>
                <a:cs typeface="Arial" panose="020B0604020202020204"/>
              </a:rPr>
              <a:t>Algorithm &amp; Deployment</a:t>
            </a:r>
            <a:endParaRPr lang="en-US"/>
          </a:p>
        </p:txBody>
      </p:sp>
      <p:sp>
        <p:nvSpPr>
          <p:cNvPr id="3" name="Rectangle 1"/>
          <p:cNvSpPr>
            <a:spLocks noGrp="1" noChangeArrowheads="1"/>
          </p:cNvSpPr>
          <p:nvPr>
            <p:ph idx="1"/>
          </p:nvPr>
        </p:nvSpPr>
        <p:spPr bwMode="auto">
          <a:xfrm>
            <a:off x="972820" y="1598295"/>
            <a:ext cx="8209280" cy="3429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noAutofit/>
          </a:bodyPr>
          <a:lstStyle/>
          <a:p>
            <a:pPr marL="3657600" marR="0" lvl="8" indent="0" algn="l" defTabSz="914400" rtl="0" eaLnBrk="0" fontAlgn="base" latinLnBrk="0" hangingPunct="0">
              <a:lnSpc>
                <a:spcPct val="100000"/>
              </a:lnSpc>
              <a:spcBef>
                <a:spcPct val="0"/>
              </a:spcBef>
              <a:spcAft>
                <a:spcPct val="0"/>
              </a:spcAft>
              <a:buClrTx/>
              <a:buSzTx/>
              <a:buFontTx/>
              <a:buChar char="•"/>
            </a:pPr>
            <a:r>
              <a:rPr kumimoji="0" lang="en-US" altLang="en-US" sz="2000" b="1" i="0" u="none" strike="noStrike" cap="none" normalizeH="0" baseline="0" dirty="0">
                <a:ln>
                  <a:noFill/>
                </a:ln>
                <a:solidFill>
                  <a:schemeClr val="tx1"/>
                </a:solidFill>
                <a:effectLst/>
                <a:latin typeface="Arial" panose="020B0604020202020204" pitchFamily="34" charset="0"/>
              </a:rPr>
              <a:t>Product Catalog Creation</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chemeClr val="tx1"/>
                </a:solidFill>
                <a:effectLst/>
                <a:latin typeface="Arial" panose="020B0604020202020204" pitchFamily="34" charset="0"/>
              </a:rPr>
              <a:t>Task Management Algorithm: </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chemeClr val="tx1"/>
                </a:solidFill>
                <a:effectLst/>
                <a:latin typeface="Arial" panose="020B0604020202020204" pitchFamily="34" charset="0"/>
              </a:rPr>
              <a:t>1. Task Capture: User input captured on form submission. </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chemeClr val="tx1"/>
                </a:solidFill>
                <a:effectLst/>
                <a:latin typeface="Arial" panose="020B0604020202020204" pitchFamily="34" charset="0"/>
              </a:rPr>
              <a:t>2. Local Storage: Tasks saved with JSON.stringify(). </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chemeClr val="tx1"/>
                </a:solidFill>
                <a:effectLst/>
                <a:latin typeface="Arial" panose="020B0604020202020204" pitchFamily="34" charset="0"/>
              </a:rPr>
              <a:t>3. Progress Calculation: Dynamic progress % calculation. </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chemeClr val="tx1"/>
                </a:solidFill>
                <a:effectLst/>
                <a:latin typeface="Arial" panose="020B0604020202020204" pitchFamily="34" charset="0"/>
              </a:rPr>
              <a:t>4. Rendering: Tasks displayed with progress bars.</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chemeClr val="tx1"/>
                </a:solidFill>
                <a:effectLst/>
                <a:latin typeface="Arial" panose="020B0604020202020204" pitchFamily="34" charset="0"/>
              </a:rPr>
              <a:t> 5. Reminder Logic: Alerts trigger 24 hours before deadline. </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chemeClr val="tx1"/>
                </a:solidFill>
                <a:effectLst/>
                <a:latin typeface="Arial" panose="020B0604020202020204" pitchFamily="34" charset="0"/>
              </a:rPr>
              <a:t>6. Deletion: Tasks removable from list and Local Storage.</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chemeClr val="tx1"/>
                </a:solidFill>
                <a:effectLst/>
                <a:latin typeface="Arial" panose="020B0604020202020204" pitchFamily="34" charset="0"/>
              </a:rPr>
              <a:t>Deployment: Static files (HTML, CSS, JS) hosted using GitHub Pages or Netlify</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400" b="1">
                <a:solidFill>
                  <a:schemeClr val="accent1"/>
                </a:solidFill>
                <a:latin typeface="Arial" panose="020B0604020202020204"/>
                <a:ea typeface="+mj-lt"/>
                <a:cs typeface="Arial" panose="020B0604020202020204"/>
              </a:rPr>
              <a:t>Result</a:t>
            </a:r>
            <a:endParaRPr lang="en-US"/>
          </a:p>
        </p:txBody>
      </p:sp>
      <p:pic>
        <p:nvPicPr>
          <p:cNvPr id="3" name="Content Placeholder 2" descr="WhatsApp Image 2025-10-12 at 9.10.30 PM"/>
          <p:cNvPicPr>
            <a:picLocks noChangeAspect="1"/>
          </p:cNvPicPr>
          <p:nvPr>
            <p:ph idx="1"/>
          </p:nvPr>
        </p:nvPicPr>
        <p:blipFill>
          <a:blip r:embed="rId1"/>
          <a:stretch>
            <a:fillRect/>
          </a:stretch>
        </p:blipFill>
        <p:spPr>
          <a:xfrm>
            <a:off x="889635" y="1508125"/>
            <a:ext cx="2628900" cy="4673600"/>
          </a:xfrm>
          <a:prstGeom prst="rect">
            <a:avLst/>
          </a:prstGeom>
        </p:spPr>
      </p:pic>
      <p:pic>
        <p:nvPicPr>
          <p:cNvPr id="7" name="Picture 6" descr="WhatsApp Image 2025-10-12 at 9.10.11 PM"/>
          <p:cNvPicPr>
            <a:picLocks noChangeAspect="1"/>
          </p:cNvPicPr>
          <p:nvPr/>
        </p:nvPicPr>
        <p:blipFill>
          <a:blip r:embed="rId2"/>
          <a:stretch>
            <a:fillRect/>
          </a:stretch>
        </p:blipFill>
        <p:spPr>
          <a:xfrm>
            <a:off x="4278630" y="1791970"/>
            <a:ext cx="2658745" cy="4389755"/>
          </a:xfrm>
          <a:prstGeom prst="rect">
            <a:avLst/>
          </a:prstGeom>
        </p:spPr>
      </p:pic>
      <p:pic>
        <p:nvPicPr>
          <p:cNvPr id="8" name="Picture 7" descr="WhatsApp Image 2025-10-12 at 9.12.58 PM"/>
          <p:cNvPicPr>
            <a:picLocks noChangeAspect="1"/>
          </p:cNvPicPr>
          <p:nvPr/>
        </p:nvPicPr>
        <p:blipFill>
          <a:blip r:embed="rId3"/>
          <a:stretch>
            <a:fillRect/>
          </a:stretch>
        </p:blipFill>
        <p:spPr>
          <a:xfrm>
            <a:off x="7920355" y="1238250"/>
            <a:ext cx="3201670" cy="49434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latin typeface="Arial Black" panose="020B0A04020102020204" charset="0"/>
                <a:cs typeface="Arial Black" panose="020B0A04020102020204" charset="0"/>
              </a:rPr>
              <a:t>GITHUB AND DEPLOYMNET LINK</a:t>
            </a:r>
            <a:endParaRPr lang="en-US" dirty="0">
              <a:latin typeface="Arial Black" panose="020B0A04020102020204" charset="0"/>
              <a:cs typeface="Arial Black" panose="020B0A04020102020204" charset="0"/>
            </a:endParaRPr>
          </a:p>
        </p:txBody>
      </p:sp>
      <p:sp>
        <p:nvSpPr>
          <p:cNvPr id="2" name="Content Placeholder 1"/>
          <p:cNvSpPr>
            <a:spLocks noGrp="1"/>
          </p:cNvSpPr>
          <p:nvPr>
            <p:ph idx="1"/>
          </p:nvPr>
        </p:nvSpPr>
        <p:spPr/>
        <p:txBody>
          <a:bodyPr>
            <a:normAutofit/>
          </a:bodyPr>
          <a:lstStyle/>
          <a:p>
            <a:pPr marL="305435" indent="-305435"/>
            <a:r>
              <a:rPr lang="en-US" sz="2800" b="1" dirty="0">
                <a:latin typeface="Arial" panose="020B0604020202020204" pitchFamily="34" charset="0"/>
                <a:cs typeface="Arial" panose="020B0604020202020204" pitchFamily="34" charset="0"/>
              </a:rPr>
              <a:t>Attach your </a:t>
            </a:r>
            <a:r>
              <a:rPr lang="en-US" sz="2800" b="1" dirty="0" err="1">
                <a:latin typeface="Arial" panose="020B0604020202020204" pitchFamily="34" charset="0"/>
                <a:cs typeface="Arial" panose="020B0604020202020204" pitchFamily="34" charset="0"/>
              </a:rPr>
              <a:t>Github</a:t>
            </a:r>
            <a:r>
              <a:rPr lang="en-US" sz="2800" b="1" dirty="0">
                <a:latin typeface="Arial" panose="020B0604020202020204" pitchFamily="34" charset="0"/>
                <a:cs typeface="Arial" panose="020B0604020202020204" pitchFamily="34" charset="0"/>
              </a:rPr>
              <a:t> Link : </a:t>
            </a:r>
            <a:r>
              <a:rPr lang="en-US" altLang="en-US" sz="2800" b="1" dirty="0">
                <a:latin typeface="Arial" panose="020B0604020202020204" pitchFamily="34" charset="0"/>
                <a:cs typeface="Arial" panose="020B0604020202020204" pitchFamily="34" charset="0"/>
              </a:rPr>
              <a:t>https://github.com/satyasahithi07/study-planner</a:t>
            </a:r>
            <a:endParaRPr lang="en-US" altLang="en-US" sz="2800" b="1" dirty="0">
              <a:latin typeface="Arial" panose="020B0604020202020204" pitchFamily="34" charset="0"/>
              <a:cs typeface="Arial" panose="020B0604020202020204" pitchFamily="34" charset="0"/>
            </a:endParaRPr>
          </a:p>
          <a:p>
            <a:pPr marL="305435" indent="-305435"/>
            <a:r>
              <a:rPr lang="en-US" sz="2800" b="1" dirty="0">
                <a:latin typeface="Arial" panose="020B0604020202020204" pitchFamily="34" charset="0"/>
                <a:ea typeface="+mn-lt"/>
                <a:cs typeface="Arial" panose="020B0604020202020204" pitchFamily="34" charset="0"/>
              </a:rPr>
              <a:t>Deployment link: </a:t>
            </a:r>
            <a:r>
              <a:rPr lang="en-US" altLang="en-US" sz="2800" b="1" dirty="0">
                <a:latin typeface="Arial" panose="020B0604020202020204" pitchFamily="34" charset="0"/>
                <a:cs typeface="Arial" panose="020B0604020202020204" pitchFamily="34" charset="0"/>
              </a:rPr>
              <a:t>https://github.com/satyasahithi07/study-planner</a:t>
            </a:r>
            <a:endParaRPr lang="en-US" altLang="en-US" sz="2800" b="1" dirty="0">
              <a:latin typeface="Arial" panose="020B0604020202020204" pitchFamily="34" charset="0"/>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400" b="1">
                <a:solidFill>
                  <a:schemeClr val="accent1"/>
                </a:solidFill>
                <a:latin typeface="Arial" panose="020B0604020202020204"/>
                <a:ea typeface="+mj-lt"/>
                <a:cs typeface="Arial" panose="020B0604020202020204"/>
              </a:rPr>
              <a:t>Conclusion</a:t>
            </a:r>
            <a:endParaRPr lang="en-US"/>
          </a:p>
        </p:txBody>
      </p:sp>
      <p:sp>
        <p:nvSpPr>
          <p:cNvPr id="4" name="Rectangle 2"/>
          <p:cNvSpPr>
            <a:spLocks noGrp="1" noChangeArrowheads="1"/>
          </p:cNvSpPr>
          <p:nvPr>
            <p:ph idx="1"/>
          </p:nvPr>
        </p:nvSpPr>
        <p:spPr bwMode="auto">
          <a:xfrm rot="1140000" flipV="1">
            <a:off x="-479425" y="4615815"/>
            <a:ext cx="12380595" cy="3336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noAutofit/>
          </a:bodyPr>
          <a:lstStyle/>
          <a:p>
            <a:pPr marL="3657600" marR="0" lvl="8"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a:ln>
                  <a:noFill/>
                </a:ln>
                <a:solidFill>
                  <a:schemeClr val="tx1"/>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a:p>
            <a:pPr marL="3657600" marR="0" lvl="8"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a:ln>
                  <a:noFill/>
                </a:ln>
                <a:solidFill>
                  <a:schemeClr val="tx1"/>
                </a:solidFill>
                <a:effectLst/>
                <a:latin typeface="Arial" panose="020B060402020202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Text Box 1"/>
          <p:cNvSpPr txBox="1"/>
          <p:nvPr/>
        </p:nvSpPr>
        <p:spPr>
          <a:xfrm>
            <a:off x="661035" y="1628775"/>
            <a:ext cx="7974965" cy="2284095"/>
          </a:xfrm>
          <a:prstGeom prst="rect">
            <a:avLst/>
          </a:prstGeom>
        </p:spPr>
        <p:txBody>
          <a:bodyPr wrap="square">
            <a:spAutoFit/>
          </a:bodyPr>
          <a:p>
            <a:pPr>
              <a:lnSpc>
                <a:spcPts val="3420"/>
              </a:lnSpc>
            </a:pPr>
            <a:r>
              <a:rPr sz="1600" b="0" i="0">
                <a:latin typeface="Arial" panose="020B0604020202020204" pitchFamily="34" charset="0"/>
                <a:ea typeface="YAFdJjTk5UU_0"/>
                <a:cs typeface="Arial" panose="020B0604020202020204" pitchFamily="34" charset="0"/>
              </a:rPr>
              <a:t>The Smart Study Planner provides a cost-effective and accessible solution for managing academic tasks.</a:t>
            </a:r>
            <a:endParaRPr sz="1600" b="0" i="0">
              <a:latin typeface="Arial" panose="020B0604020202020204" pitchFamily="34" charset="0"/>
              <a:ea typeface="YAFdJjTk5UU_0"/>
              <a:cs typeface="Arial" panose="020B0604020202020204" pitchFamily="34" charset="0"/>
            </a:endParaRPr>
          </a:p>
          <a:p>
            <a:pPr>
              <a:lnSpc>
                <a:spcPts val="3420"/>
              </a:lnSpc>
            </a:pPr>
            <a:r>
              <a:rPr sz="1600" b="0" i="0">
                <a:latin typeface="Arial" panose="020B0604020202020204" pitchFamily="34" charset="0"/>
                <a:ea typeface="YAFdJjTk5UU_0"/>
                <a:cs typeface="Arial" panose="020B0604020202020204" pitchFamily="34" charset="0"/>
              </a:rPr>
              <a:t>Improves time management with visual task tracking. - Lightweight client-side implementation.</a:t>
            </a:r>
            <a:endParaRPr sz="1600" b="0" i="0">
              <a:latin typeface="Arial" panose="020B0604020202020204" pitchFamily="34" charset="0"/>
              <a:ea typeface="YAFdJjTk5UU_0"/>
              <a:cs typeface="Arial" panose="020B0604020202020204" pitchFamily="34" charset="0"/>
            </a:endParaRPr>
          </a:p>
          <a:p>
            <a:pPr>
              <a:lnSpc>
                <a:spcPts val="3420"/>
              </a:lnSpc>
            </a:pPr>
            <a:r>
              <a:rPr sz="1600" b="0" i="0">
                <a:latin typeface="Arial" panose="020B0604020202020204" pitchFamily="34" charset="0"/>
                <a:ea typeface="YAFdJjTk5UU_0"/>
                <a:cs typeface="Arial" panose="020B0604020202020204" pitchFamily="34" charset="0"/>
              </a:rPr>
              <a:t>- Automated reminders improve study discipline.</a:t>
            </a:r>
            <a:endParaRPr sz="1600" b="0" i="0">
              <a:latin typeface="Arial" panose="020B0604020202020204" pitchFamily="34" charset="0"/>
              <a:ea typeface="YAFdJjTk5UU_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400" b="1">
                <a:solidFill>
                  <a:schemeClr val="accent1"/>
                </a:solidFill>
                <a:latin typeface="Arial" panose="020B0604020202020204"/>
                <a:ea typeface="+mj-lt"/>
                <a:cs typeface="Arial" panose="020B0604020202020204"/>
              </a:rPr>
              <a:t>References</a:t>
            </a:r>
            <a:endParaRPr lang="en-US"/>
          </a:p>
        </p:txBody>
      </p:sp>
      <p:sp>
        <p:nvSpPr>
          <p:cNvPr id="2" name="Content Placeholder 1"/>
          <p:cNvSpPr>
            <a:spLocks noGrp="1"/>
          </p:cNvSpPr>
          <p:nvPr>
            <p:ph idx="1"/>
          </p:nvPr>
        </p:nvSpPr>
        <p:spPr/>
        <p:txBody>
          <a:bodyPr>
            <a:normAutofit/>
          </a:bodyPr>
          <a:lstStyle/>
          <a:p>
            <a:pPr marL="305435" indent="-305435"/>
            <a:r>
              <a:rPr lang="en-IN" sz="2800" b="1" dirty="0">
                <a:solidFill>
                  <a:srgbClr val="0F0F0F"/>
                </a:solidFill>
                <a:ea typeface="+mn-lt"/>
                <a:cs typeface="+mn-lt"/>
              </a:rPr>
              <a:t>List and cite relevant sources, research papers, and articles that were instrumental in developing the proposed solution</a:t>
            </a:r>
            <a:r>
              <a:rPr lang="en-IN" sz="2400" dirty="0">
                <a:solidFill>
                  <a:srgbClr val="0F0F0F"/>
                </a:solidFill>
                <a:ea typeface="+mn-lt"/>
                <a:cs typeface="+mn-lt"/>
              </a:rPr>
              <a:t>. </a:t>
            </a:r>
            <a:endParaRPr lang="en-IN" sz="2400" dirty="0">
              <a:solidFill>
                <a:srgbClr val="0F0F0F"/>
              </a:solidFill>
              <a:ea typeface="+mn-lt"/>
              <a:cs typeface="+mn-lt"/>
            </a:endParaRPr>
          </a:p>
          <a:p>
            <a:pPr marL="305435" indent="-305435"/>
            <a:r>
              <a:rPr lang="en-IN" sz="2400" dirty="0">
                <a:hlinkClick r:id="rId1"/>
              </a:rPr>
              <a:t>NanthiniMoha/TNSDC-FWD-DIGITAL_PORTFOLIO</a:t>
            </a:r>
            <a:endParaRPr lang="en-IN" sz="2400" dirty="0"/>
          </a:p>
          <a:p>
            <a:pPr marL="305435" indent="-305435"/>
            <a:r>
              <a:rPr lang="en-US" sz="2400" dirty="0">
                <a:hlinkClick r:id="rId2"/>
              </a:rPr>
              <a:t>Get started with Bootstrap · Bootstrap v5.3</a:t>
            </a:r>
            <a:endParaRPr lang="en-IN"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endParaRPr lang="en-US" b="1">
              <a:solidFill>
                <a:srgbClr val="002060"/>
              </a:solidFill>
              <a:latin typeface="Arial" panose="020B0604020202020204" pitchFamily="34" charset="0"/>
              <a:cs typeface="Arial" panose="020B0604020202020204" pitchFamily="34" charset="0"/>
            </a:endParaRPr>
          </a:p>
        </p:txBody>
      </p:sp>
    </p:spTree>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D289AE2-D2AE-49D1-AFAC-3A79F6794255}">
  <ds:schemaRefs/>
</ds:datastoreItem>
</file>

<file path=customXml/itemProps2.xml><?xml version="1.0" encoding="utf-8"?>
<ds:datastoreItem xmlns:ds="http://schemas.openxmlformats.org/officeDocument/2006/customXml" ds:itemID="{6E816721-11E4-4989-8472-AB5A7EC20404}">
  <ds:schemaRefs/>
</ds:datastoreItem>
</file>

<file path=customXml/itemProps3.xml><?xml version="1.0" encoding="utf-8"?>
<ds:datastoreItem xmlns:ds="http://schemas.openxmlformats.org/officeDocument/2006/customXml" ds:itemID="{927BD4C1-B6B1-4715-ABF9-E660A51A4EA0}">
  <ds:schemaRefs/>
</ds:datastoreItem>
</file>

<file path=docProps/app.xml><?xml version="1.0" encoding="utf-8"?>
<Properties xmlns="http://schemas.openxmlformats.org/officeDocument/2006/extended-properties" xmlns:vt="http://schemas.openxmlformats.org/officeDocument/2006/docPropsVTypes">
  <Template>Future forward</Template>
  <TotalTime>0</TotalTime>
  <Words>2423</Words>
  <Application>WPS Presentation</Application>
  <PresentationFormat>Widescreen</PresentationFormat>
  <Paragraphs>78</Paragraphs>
  <Slides>10</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10</vt:i4>
      </vt:variant>
    </vt:vector>
  </HeadingPairs>
  <TitlesOfParts>
    <vt:vector size="25" baseType="lpstr">
      <vt:lpstr>Arial</vt:lpstr>
      <vt:lpstr>SimSun</vt:lpstr>
      <vt:lpstr>Wingdings</vt:lpstr>
      <vt:lpstr>Wingdings 2</vt:lpstr>
      <vt:lpstr>Arial</vt:lpstr>
      <vt:lpstr>Calibri</vt:lpstr>
      <vt:lpstr>Calibri Light</vt:lpstr>
      <vt:lpstr>Microsoft YaHei</vt:lpstr>
      <vt:lpstr>Arial Unicode MS</vt:lpstr>
      <vt:lpstr>Franklin Gothic Demi</vt:lpstr>
      <vt:lpstr>Segoe Print</vt:lpstr>
      <vt:lpstr>Franklin Gothic Book</vt:lpstr>
      <vt:lpstr>Arial Black</vt:lpstr>
      <vt:lpstr>YAFdJjTk5UU_0</vt:lpstr>
      <vt:lpstr>DividendVTI</vt:lpstr>
      <vt:lpstr>PROJECT TITLE</vt:lpstr>
      <vt:lpstr>OUTLINE</vt:lpstr>
      <vt:lpstr>Problem Statement</vt:lpstr>
      <vt:lpstr>System  Approach</vt:lpstr>
      <vt:lpstr>Algorithm &amp; Deployment</vt:lpstr>
      <vt:lpstr>Result</vt:lpstr>
      <vt:lpstr>GITHUB AND DEPLOYMNET LINK</vt:lpstr>
      <vt:lpstr>Conclusion</vt:lpstr>
      <vt:lpstr>References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Bhargavvasamsetty</cp:lastModifiedBy>
  <cp:revision>49</cp:revision>
  <dcterms:created xsi:type="dcterms:W3CDTF">2021-05-26T16:50:00Z</dcterms:created>
  <dcterms:modified xsi:type="dcterms:W3CDTF">2025-10-12T18:07:32Z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y fmtid="{D5CDD505-2E9C-101B-9397-08002B2CF9AE}" pid="3" name="ICV">
    <vt:lpwstr>D8960AA27EAD44E8A051E442F5DC0390_13</vt:lpwstr>
  </property>
  <property fmtid="{D5CDD505-2E9C-101B-9397-08002B2CF9AE}" pid="4" name="KSOProductBuildVer">
    <vt:lpwstr>1033-12.2.0.22549</vt:lpwstr>
  </property>
</Properties>
</file>